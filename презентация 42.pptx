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54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4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88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37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61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71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20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24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0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220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700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724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70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312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41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437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11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B8B196A-439A-415F-A343-6DA33409801E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AA0A-2FEF-4FBC-A775-1257E0F413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526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981" r:id="rId16"/>
    <p:sldLayoutId id="214748398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08801" y="1283368"/>
            <a:ext cx="8700421" cy="2277979"/>
          </a:xfrm>
        </p:spPr>
        <p:txBody>
          <a:bodyPr>
            <a:noAutofit/>
          </a:bodyPr>
          <a:lstStyle/>
          <a:p>
            <a:r>
              <a:rPr lang="ru-RU" sz="4800" dirty="0"/>
              <a:t>Автоматизированная информационная система детективного агентства «Светлана»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4210" y="3946358"/>
            <a:ext cx="9614821" cy="2005263"/>
          </a:xfrm>
        </p:spPr>
        <p:txBody>
          <a:bodyPr/>
          <a:lstStyle/>
          <a:p>
            <a:r>
              <a:rPr lang="ru-RU" dirty="0" smtClean="0"/>
              <a:t>Выполнили студенты группы ИС-22:</a:t>
            </a:r>
          </a:p>
          <a:p>
            <a:r>
              <a:rPr lang="ru-RU" dirty="0"/>
              <a:t>Смирнов </a:t>
            </a:r>
            <a:r>
              <a:rPr lang="ru-RU" dirty="0" smtClean="0"/>
              <a:t>Артем, Разумов Илья, </a:t>
            </a:r>
            <a:r>
              <a:rPr lang="ru-RU" dirty="0" err="1" smtClean="0"/>
              <a:t>Баданин</a:t>
            </a:r>
            <a:r>
              <a:rPr lang="ru-RU" dirty="0"/>
              <a:t> </a:t>
            </a:r>
            <a:r>
              <a:rPr lang="ru-RU" dirty="0" smtClean="0"/>
              <a:t>Антон, Кравцова </a:t>
            </a:r>
            <a:r>
              <a:rPr lang="ru-RU" dirty="0"/>
              <a:t>Рената</a:t>
            </a:r>
          </a:p>
        </p:txBody>
      </p:sp>
    </p:spTree>
    <p:extLst>
      <p:ext uri="{BB962C8B-B14F-4D97-AF65-F5344CB8AC3E}">
        <p14:creationId xmlns:p14="http://schemas.microsoft.com/office/powerpoint/2010/main" val="38689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2052918"/>
            <a:ext cx="9404267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Детективное агентство ежедневно работает с большим количеством информации: данными клиентов, расследованиями, документами и платежами.</a:t>
            </a:r>
          </a:p>
          <a:p>
            <a:pPr marL="0" indent="0">
              <a:buNone/>
            </a:pPr>
            <a:r>
              <a:rPr lang="ru-RU" dirty="0"/>
              <a:t>Автоматизация позволяет ускорить обработку данных, улучшить контроль работы сотрудников и обеспечить надежное хранение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112101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3" y="2052918"/>
            <a:ext cx="6789404" cy="419548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Цель проекта:</a:t>
            </a:r>
            <a:r>
              <a:rPr lang="ru-RU" dirty="0"/>
              <a:t> разработка автоматизированной информационной системы для детективного агентства.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анализ предметной области; </a:t>
            </a:r>
          </a:p>
          <a:p>
            <a:r>
              <a:rPr lang="ru-RU" dirty="0"/>
              <a:t>проектирование базы данных; </a:t>
            </a:r>
          </a:p>
          <a:p>
            <a:r>
              <a:rPr lang="ru-RU" dirty="0"/>
              <a:t>разработка интерфейса; </a:t>
            </a:r>
          </a:p>
          <a:p>
            <a:r>
              <a:rPr lang="ru-RU" dirty="0"/>
              <a:t>определение технических требований; </a:t>
            </a:r>
          </a:p>
          <a:p>
            <a:r>
              <a:rPr lang="ru-RU" dirty="0"/>
              <a:t>тестирование системы. </a:t>
            </a:r>
          </a:p>
          <a:p>
            <a:endParaRPr lang="ru-RU" dirty="0"/>
          </a:p>
        </p:txBody>
      </p:sp>
      <p:sp>
        <p:nvSpPr>
          <p:cNvPr id="4" name="AutoShape 2" descr="Кот Фото, скачать бесплатные Кот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Милые Фото Котик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251" y="1853248"/>
            <a:ext cx="3472898" cy="424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37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3" y="2052918"/>
            <a:ext cx="6618288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Основными объектами деятельности агентства являются:</a:t>
            </a:r>
          </a:p>
          <a:p>
            <a:r>
              <a:rPr lang="ru-RU" dirty="0"/>
              <a:t>клиенты; </a:t>
            </a:r>
          </a:p>
          <a:p>
            <a:r>
              <a:rPr lang="ru-RU" dirty="0"/>
              <a:t>сотрудники; </a:t>
            </a:r>
          </a:p>
          <a:p>
            <a:r>
              <a:rPr lang="ru-RU" dirty="0"/>
              <a:t>расследования; </a:t>
            </a:r>
          </a:p>
          <a:p>
            <a:r>
              <a:rPr lang="ru-RU" dirty="0"/>
              <a:t>документы; </a:t>
            </a:r>
          </a:p>
          <a:p>
            <a:r>
              <a:rPr lang="ru-RU" dirty="0"/>
              <a:t>финансовые операции. </a:t>
            </a:r>
          </a:p>
          <a:p>
            <a:pPr marL="0" indent="0">
              <a:buNone/>
            </a:pPr>
            <a:r>
              <a:rPr lang="ru-RU" dirty="0"/>
              <a:t>Система объединяет работу со всеми данными в едином информационном пространстве.</a:t>
            </a:r>
          </a:p>
        </p:txBody>
      </p:sp>
      <p:pic>
        <p:nvPicPr>
          <p:cNvPr id="2052" name="Picture 4" descr="Лучшие идеи (900+) доски «Милые котики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1" y="2704041"/>
            <a:ext cx="3962399" cy="288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08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Бизнес-процессы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2052918"/>
            <a:ext cx="5698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Основные процессы работы агентства:</a:t>
            </a:r>
          </a:p>
          <a:p>
            <a:r>
              <a:rPr lang="ru-RU" dirty="0"/>
              <a:t>прием клиента; </a:t>
            </a:r>
          </a:p>
          <a:p>
            <a:r>
              <a:rPr lang="ru-RU" dirty="0"/>
              <a:t>оформление договора; </a:t>
            </a:r>
          </a:p>
          <a:p>
            <a:r>
              <a:rPr lang="ru-RU" dirty="0"/>
              <a:t>регистрация дела; </a:t>
            </a:r>
          </a:p>
          <a:p>
            <a:r>
              <a:rPr lang="ru-RU" dirty="0"/>
              <a:t>проведение расследования; </a:t>
            </a:r>
          </a:p>
          <a:p>
            <a:r>
              <a:rPr lang="ru-RU" dirty="0"/>
              <a:t>подготовка отчета; </a:t>
            </a:r>
          </a:p>
          <a:p>
            <a:r>
              <a:rPr lang="ru-RU" dirty="0"/>
              <a:t>закрытие дела.</a:t>
            </a:r>
          </a:p>
        </p:txBody>
      </p:sp>
      <p:pic>
        <p:nvPicPr>
          <p:cNvPr id="3074" name="Picture 2" descr="Просмотрите 99 идей на доске «Милые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975" y="1950508"/>
            <a:ext cx="4297891" cy="429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08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возможности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2052918"/>
            <a:ext cx="4768099" cy="4195481"/>
          </a:xfrm>
        </p:spPr>
        <p:txBody>
          <a:bodyPr/>
          <a:lstStyle/>
          <a:p>
            <a:r>
              <a:rPr lang="ru-RU" dirty="0"/>
              <a:t>Система обеспечивает:</a:t>
            </a:r>
          </a:p>
          <a:p>
            <a:r>
              <a:rPr lang="ru-RU" dirty="0"/>
              <a:t>учет клиентов и сотрудников; </a:t>
            </a:r>
          </a:p>
          <a:p>
            <a:r>
              <a:rPr lang="ru-RU" dirty="0"/>
              <a:t>ведение расследований; </a:t>
            </a:r>
          </a:p>
          <a:p>
            <a:r>
              <a:rPr lang="ru-RU" dirty="0"/>
              <a:t>хранение документов; </a:t>
            </a:r>
          </a:p>
          <a:p>
            <a:r>
              <a:rPr lang="ru-RU" dirty="0"/>
              <a:t>формирование отчетов; </a:t>
            </a:r>
          </a:p>
          <a:p>
            <a:r>
              <a:rPr lang="ru-RU" dirty="0"/>
              <a:t>управление пользователями.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89" y="2052918"/>
            <a:ext cx="5306977" cy="3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4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хранения информации разработана реляционная база данных.</a:t>
            </a:r>
          </a:p>
          <a:p>
            <a:pPr marL="0" indent="0">
              <a:buNone/>
            </a:pPr>
            <a:r>
              <a:rPr lang="ru-RU" dirty="0"/>
              <a:t>Основные сущности:</a:t>
            </a:r>
          </a:p>
          <a:p>
            <a:r>
              <a:rPr lang="ru-RU" dirty="0"/>
              <a:t>Клиенты; </a:t>
            </a:r>
          </a:p>
          <a:p>
            <a:r>
              <a:rPr lang="ru-RU" dirty="0"/>
              <a:t>Сотрудники; </a:t>
            </a:r>
          </a:p>
          <a:p>
            <a:r>
              <a:rPr lang="ru-RU" dirty="0"/>
              <a:t>Дела; </a:t>
            </a:r>
          </a:p>
          <a:p>
            <a:r>
              <a:rPr lang="ru-RU" dirty="0"/>
              <a:t>Документы; </a:t>
            </a:r>
          </a:p>
          <a:p>
            <a:r>
              <a:rPr lang="ru-RU" dirty="0"/>
              <a:t>Отчеты; </a:t>
            </a:r>
          </a:p>
          <a:p>
            <a:r>
              <a:rPr lang="ru-RU" dirty="0"/>
              <a:t>Платежи.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023" y="2571535"/>
            <a:ext cx="6032275" cy="409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7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и роли пользователей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22849" y="2091153"/>
            <a:ext cx="4543509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 системе предусмотрены различные роли пользователей: администратор, руководитель, детектив, аналитик, юрист и бухгалтер.</a:t>
            </a:r>
          </a:p>
          <a:p>
            <a:pPr marL="0" indent="0">
              <a:buNone/>
            </a:pPr>
            <a:r>
              <a:rPr lang="ru-RU" dirty="0" smtClean="0"/>
              <a:t>Для каждой роли определены собственные права доступа.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6111" y="2091153"/>
            <a:ext cx="5940425" cy="39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3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Ожидаемые </a:t>
            </a:r>
            <a:r>
              <a:rPr lang="ru-RU" b="1" dirty="0"/>
              <a:t>результаты внедрения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3" y="2052918"/>
            <a:ext cx="6821488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Внедрение </a:t>
            </a:r>
            <a:r>
              <a:rPr lang="ru-RU" dirty="0"/>
              <a:t>информационной системы позволит:</a:t>
            </a:r>
          </a:p>
          <a:p>
            <a:r>
              <a:rPr lang="ru-RU" dirty="0"/>
              <a:t>централизовать хранение информации; </a:t>
            </a:r>
          </a:p>
          <a:p>
            <a:r>
              <a:rPr lang="ru-RU" dirty="0"/>
              <a:t>ускорить поиск и обработку данных; </a:t>
            </a:r>
          </a:p>
          <a:p>
            <a:r>
              <a:rPr lang="ru-RU" dirty="0"/>
              <a:t>упростить контроль расследований; </a:t>
            </a:r>
          </a:p>
          <a:p>
            <a:r>
              <a:rPr lang="ru-RU" dirty="0"/>
              <a:t>сократить время выполнения рутинных операций; </a:t>
            </a:r>
          </a:p>
          <a:p>
            <a:r>
              <a:rPr lang="ru-RU" dirty="0"/>
              <a:t>повысить эффективность работы сотрудников. </a:t>
            </a:r>
          </a:p>
          <a:p>
            <a:pPr marL="0" indent="0">
              <a:buNone/>
            </a:pPr>
            <a:r>
              <a:rPr lang="ru-RU" dirty="0"/>
              <a:t>Использование системы улучшит качество обслуживания клиентов и обеспечит более удобное управление деятельностью агентства.</a:t>
            </a:r>
          </a:p>
          <a:p>
            <a:endParaRPr lang="ru-RU" dirty="0"/>
          </a:p>
        </p:txBody>
      </p:sp>
      <p:pic>
        <p:nvPicPr>
          <p:cNvPr id="4098" name="Picture 2" descr="Идеи на тему «Котики❤» (23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5" y="2541992"/>
            <a:ext cx="3217332" cy="321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21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Разработанная информационная система позволяет автоматизировать деятельность детективного агентства, ускорить обработку данных и повысить эффективность работы сотрудников.</a:t>
            </a:r>
          </a:p>
        </p:txBody>
      </p:sp>
      <p:pic>
        <p:nvPicPr>
          <p:cNvPr id="2052" name="Picture 4" descr="Страница 2 | Милый разноцветный котенок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3424342"/>
            <a:ext cx="5042959" cy="282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Милый котенок фотографии — Скачать бесплатные высококачественные  изображения | Magnific (ранее Freepik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379" y="3424342"/>
            <a:ext cx="4243021" cy="28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3626" y="1399201"/>
            <a:ext cx="9404723" cy="140053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  <p:pic>
        <p:nvPicPr>
          <p:cNvPr id="1040" name="Picture 16" descr="4 котенка. один черный, второй рыжий, третий серый, четвертый полосатый…» —  картинка создана в Шедеврум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52" b="11357"/>
          <a:stretch/>
        </p:blipFill>
        <p:spPr bwMode="auto">
          <a:xfrm>
            <a:off x="3166307" y="2314239"/>
            <a:ext cx="5519359" cy="371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0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</TotalTime>
  <Words>295</Words>
  <Application>Microsoft Office PowerPoint</Application>
  <PresentationFormat>Широкоэкранный</PresentationFormat>
  <Paragraphs>60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Ион</vt:lpstr>
      <vt:lpstr>Автоматизированная информационная система детективного агентства «Светлана»</vt:lpstr>
      <vt:lpstr>Актуальность</vt:lpstr>
      <vt:lpstr>Цель и задачи</vt:lpstr>
      <vt:lpstr>Предметная область</vt:lpstr>
      <vt:lpstr>Бизнес-процессы</vt:lpstr>
      <vt:lpstr>Функциональные возможности системы</vt:lpstr>
      <vt:lpstr>База данных</vt:lpstr>
      <vt:lpstr>Интерфейс и роли пользователей</vt:lpstr>
      <vt:lpstr>Ожидаемые результаты внедрения 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Автоматизированная информационная система детективного агентства «Светлана»</dc:title>
  <dc:creator>Артём</dc:creator>
  <cp:lastModifiedBy>Артём</cp:lastModifiedBy>
  <cp:revision>9</cp:revision>
  <dcterms:created xsi:type="dcterms:W3CDTF">2026-06-09T16:20:08Z</dcterms:created>
  <dcterms:modified xsi:type="dcterms:W3CDTF">2026-06-09T17:22:50Z</dcterms:modified>
</cp:coreProperties>
</file>