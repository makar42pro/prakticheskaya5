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8" d="100"/>
          <a:sy n="118" d="100"/>
        </p:scale>
        <p:origin x="-1482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02.10.2026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700808"/>
            <a:ext cx="7543800" cy="2798167"/>
          </a:xfrm>
        </p:spPr>
        <p:txBody>
          <a:bodyPr/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Сравнительный анализ офисных пакетов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Выполнили студенты группы ИС-32</a:t>
            </a: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Смирнов Артем, Разумов Илья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59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Цель работы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ru-RU" dirty="0">
                <a:latin typeface="Arial" pitchFamily="34" charset="0"/>
                <a:cs typeface="Arial" pitchFamily="34" charset="0"/>
              </a:rPr>
              <a:t>Сравнить пять офисных пакетов: </a:t>
            </a:r>
          </a:p>
          <a:p>
            <a:r>
              <a:rPr lang="ru-RU" dirty="0" err="1" smtClean="0">
                <a:latin typeface="Arial" pitchFamily="34" charset="0"/>
                <a:cs typeface="Arial" pitchFamily="34" charset="0"/>
              </a:rPr>
              <a:t>Microsoft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>
                <a:latin typeface="Arial" pitchFamily="34" charset="0"/>
                <a:cs typeface="Arial" pitchFamily="34" charset="0"/>
              </a:rPr>
              <a:t>365 (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Office</a:t>
            </a:r>
            <a:r>
              <a:rPr lang="ru-RU" dirty="0">
                <a:latin typeface="Arial" pitchFamily="34" charset="0"/>
                <a:cs typeface="Arial" pitchFamily="34" charset="0"/>
              </a:rPr>
              <a:t>) </a:t>
            </a:r>
          </a:p>
          <a:p>
            <a:r>
              <a:rPr lang="ru-RU" dirty="0" err="1" smtClean="0">
                <a:latin typeface="Arial" pitchFamily="34" charset="0"/>
                <a:cs typeface="Arial" pitchFamily="34" charset="0"/>
              </a:rPr>
              <a:t>LibreOffice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u-RU" dirty="0" err="1" smtClean="0">
                <a:latin typeface="Arial" pitchFamily="34" charset="0"/>
                <a:cs typeface="Arial" pitchFamily="34" charset="0"/>
              </a:rPr>
              <a:t>Google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Workspace</a:t>
            </a:r>
            <a:r>
              <a:rPr lang="ru-RU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ru-RU" dirty="0" err="1" smtClean="0">
                <a:latin typeface="Arial" pitchFamily="34" charset="0"/>
                <a:cs typeface="Arial" pitchFamily="34" charset="0"/>
              </a:rPr>
              <a:t>МойОфис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Р7-Офис </a:t>
            </a:r>
          </a:p>
          <a:p>
            <a:pPr marL="114300" indent="0"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Для </a:t>
            </a:r>
            <a:r>
              <a:rPr lang="ru-RU" dirty="0">
                <a:latin typeface="Arial" pitchFamily="34" charset="0"/>
                <a:cs typeface="Arial" pitchFamily="34" charset="0"/>
              </a:rPr>
              <a:t>каждого пакета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найти </a:t>
            </a:r>
            <a:r>
              <a:rPr lang="ru-RU" dirty="0">
                <a:latin typeface="Arial" pitchFamily="34" charset="0"/>
                <a:cs typeface="Arial" pitchFamily="34" charset="0"/>
              </a:rPr>
              <a:t>в открытых источниках и зафиксировать в таблице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актуальную информацию</a:t>
            </a:r>
          </a:p>
          <a:p>
            <a:pPr marL="114300" indent="0">
              <a:buNone/>
            </a:pPr>
            <a:r>
              <a:rPr lang="ru-RU" dirty="0">
                <a:latin typeface="Arial" pitchFamily="34" charset="0"/>
                <a:cs typeface="Arial" pitchFamily="34" charset="0"/>
              </a:rPr>
              <a:t>На основе таблицы сформулировать вывод: какой пакет подходит для дома, для малого бизнеса, для государственного/образовательного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учреждения.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8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Критерии сравнения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Font typeface="+mj-lt"/>
              <a:buAutoNum type="arabicPeriod"/>
            </a:pPr>
            <a:r>
              <a:rPr lang="ru-RU" dirty="0"/>
              <a:t>официальный сайт и </a:t>
            </a:r>
            <a:r>
              <a:rPr lang="ru-RU" dirty="0" smtClean="0"/>
              <a:t>разработчик</a:t>
            </a:r>
          </a:p>
          <a:p>
            <a:pPr marL="571500" indent="-457200">
              <a:buFont typeface="+mj-lt"/>
              <a:buAutoNum type="arabicPeriod"/>
            </a:pPr>
            <a:r>
              <a:rPr lang="ru-RU" dirty="0" smtClean="0"/>
              <a:t>модель </a:t>
            </a:r>
            <a:r>
              <a:rPr lang="ru-RU" dirty="0"/>
              <a:t>лицензирования и ориентировочная стоимость </a:t>
            </a:r>
            <a:endParaRPr lang="ru-RU" dirty="0" smtClean="0"/>
          </a:p>
          <a:p>
            <a:pPr marL="571500" indent="-457200">
              <a:buFont typeface="+mj-lt"/>
              <a:buAutoNum type="arabicPeriod"/>
            </a:pPr>
            <a:r>
              <a:rPr lang="ru-RU" smtClean="0"/>
              <a:t>поддерживаемые </a:t>
            </a:r>
            <a:r>
              <a:rPr lang="ru-RU" dirty="0"/>
              <a:t>операционные системы и </a:t>
            </a:r>
            <a:r>
              <a:rPr lang="ru-RU" dirty="0" smtClean="0"/>
              <a:t>платформы</a:t>
            </a:r>
          </a:p>
          <a:p>
            <a:pPr marL="571500" indent="-457200">
              <a:buFont typeface="+mj-lt"/>
              <a:buAutoNum type="arabicPeriod"/>
            </a:pPr>
            <a:r>
              <a:rPr lang="ru-RU" dirty="0" smtClean="0"/>
              <a:t>поддерживаемые </a:t>
            </a:r>
            <a:r>
              <a:rPr lang="ru-RU" dirty="0"/>
              <a:t>форматы файлов и совместимость </a:t>
            </a:r>
            <a:r>
              <a:rPr lang="ru-RU" dirty="0" smtClean="0"/>
              <a:t>с .</a:t>
            </a:r>
            <a:r>
              <a:rPr lang="ru-RU" dirty="0" err="1" smtClean="0"/>
              <a:t>docx</a:t>
            </a:r>
            <a:r>
              <a:rPr lang="ru-RU" dirty="0" smtClean="0"/>
              <a:t>/.</a:t>
            </a:r>
            <a:r>
              <a:rPr lang="ru-RU" dirty="0" err="1" smtClean="0"/>
              <a:t>xlsx</a:t>
            </a:r>
            <a:r>
              <a:rPr lang="ru-RU" dirty="0" smtClean="0"/>
              <a:t>/.</a:t>
            </a:r>
            <a:r>
              <a:rPr lang="ru-RU" dirty="0" err="1" smtClean="0"/>
              <a:t>pptx</a:t>
            </a:r>
            <a:endParaRPr lang="ru-RU" dirty="0" smtClean="0"/>
          </a:p>
          <a:p>
            <a:pPr marL="571500" indent="-457200">
              <a:buFont typeface="+mj-lt"/>
              <a:buAutoNum type="arabicPeriod"/>
            </a:pPr>
            <a:r>
              <a:rPr lang="ru-RU" dirty="0" smtClean="0"/>
              <a:t>наличие </a:t>
            </a:r>
            <a:r>
              <a:rPr lang="ru-RU" dirty="0"/>
              <a:t>облачных возможностей и совместного редактирования в реальном </a:t>
            </a:r>
            <a:r>
              <a:rPr lang="ru-RU" dirty="0" smtClean="0"/>
              <a:t>времени</a:t>
            </a:r>
          </a:p>
          <a:p>
            <a:pPr marL="571500" indent="-457200">
              <a:buFont typeface="+mj-lt"/>
              <a:buAutoNum type="arabicPeriod"/>
            </a:pPr>
            <a:r>
              <a:rPr lang="ru-RU" dirty="0" smtClean="0"/>
              <a:t>наличие </a:t>
            </a:r>
            <a:r>
              <a:rPr lang="ru-RU" dirty="0"/>
              <a:t>в реестре отечественного </a:t>
            </a:r>
            <a:r>
              <a:rPr lang="ru-RU" dirty="0" smtClean="0"/>
              <a:t>ПО</a:t>
            </a:r>
          </a:p>
          <a:p>
            <a:pPr marL="571500" indent="-457200">
              <a:buFont typeface="+mj-lt"/>
              <a:buAutoNum type="arabicPeriod"/>
            </a:pPr>
            <a:r>
              <a:rPr lang="ru-RU" dirty="0" smtClean="0"/>
              <a:t>особенности </a:t>
            </a:r>
            <a:r>
              <a:rPr lang="ru-RU" dirty="0"/>
              <a:t>интерфейса и удобство для </a:t>
            </a:r>
            <a:r>
              <a:rPr lang="ru-RU" dirty="0" smtClean="0"/>
              <a:t>пользователя</a:t>
            </a:r>
          </a:p>
          <a:p>
            <a:pPr marL="571500" indent="-457200">
              <a:buFont typeface="+mj-lt"/>
              <a:buAutoNum type="arabicPeriod"/>
            </a:pPr>
            <a:r>
              <a:rPr lang="ru-RU" dirty="0" smtClean="0"/>
              <a:t>сильные </a:t>
            </a:r>
            <a:r>
              <a:rPr lang="ru-RU" dirty="0"/>
              <a:t>стороны и ограничения. 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00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989715"/>
              </p:ext>
            </p:extLst>
          </p:nvPr>
        </p:nvGraphicFramePr>
        <p:xfrm>
          <a:off x="457200" y="1600200"/>
          <a:ext cx="7620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Критерий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Microsoft 365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LibreOffice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Google Workspace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МойОфис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Р7-Офис 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Разработчик / сайт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Модель лицензирования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Стоимость (дом / бизнес)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Поддерживаемые ОС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Основные форматы файлов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23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седство">
  <a:themeElements>
    <a:clrScheme name="Соседство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Стандартная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седство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17</TotalTime>
  <Words>140</Words>
  <Application>Microsoft Office PowerPoint</Application>
  <PresentationFormat>Экран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Соседство</vt:lpstr>
      <vt:lpstr>Сравнительный анализ офисных пакетов</vt:lpstr>
      <vt:lpstr>Цель работы</vt:lpstr>
      <vt:lpstr>Критерии сравнения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Сравнительный анализ офисных пакетов</dc:title>
  <dc:creator>as16</dc:creator>
  <cp:lastModifiedBy>as16</cp:lastModifiedBy>
  <cp:revision>5</cp:revision>
  <dcterms:created xsi:type="dcterms:W3CDTF">2026-10-02T13:17:46Z</dcterms:created>
  <dcterms:modified xsi:type="dcterms:W3CDTF">2026-10-02T13:50:08Z</dcterms:modified>
</cp:coreProperties>
</file>